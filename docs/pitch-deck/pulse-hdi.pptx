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65176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Menlo"/>
              </a:rPr>
              <a:t>HDI · SF Bay Area · Vendor-health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8FAFC"/>
                </a:solidFill>
                <a:latin typeface="Helvetica Neue"/>
              </a:rPr>
              <a:t>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Helvetica Neue"/>
              </a:rPr>
              <a:t>Production-grade vendor-health monitoring for IT 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Helvetica Neue"/>
              </a:rPr>
              <a:t>Thirty SaaS vendors. Sixty-second cadence. Two hundred seventy-six tests.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Helvetica Neue"/>
              </a:rPr>
              <a:t>Built at Box IT as a Platform Engineer transition proof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enlo"/>
              </a:rPr>
              <a:t>Saagar Patel · Box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Menlo"/>
              </a:rPr>
              <a:t>github.com/saagpatel/ITServiceHealth ·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The vendor-health signal is broken at the operator's desk.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4572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Helvetica Neue"/>
              </a:rPr>
              <a:t>30+ SaaS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Helvetica Neue"/>
              </a:rPr>
              <a:t>Identity, productivity, collaboration, engineering, HR, finance, sales, marketing, support. Every outage reaches the help desk before the status page does.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2011680"/>
            <a:ext cx="4572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965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Helvetica Neue"/>
              </a:rPr>
              <a:t>Status pages lag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146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Helvetica Neue"/>
              </a:rPr>
              <a:t>Vendors mark themselves green while users flood #it-help. RSS is stale. JSON APIs don't agree on a schema. Manual updates go stale within the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434840"/>
            <a:ext cx="4572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Helvetica Neue"/>
              </a:rPr>
              <a:t>Slack becomes the war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Helvetica Neue"/>
              </a:rPr>
              <a:t>No dedup. No severity routing. Alerts arrive on the same channel as brownouts, flapping pollers, and vendor maintenance windows no one acknowledged.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434840"/>
            <a:ext cx="4572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389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Helvetica Neue"/>
              </a:rPr>
              <a:t>Leadership asks: is it us?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3776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Helvetica Neue"/>
              </a:rPr>
              <a:t>Exec walks up to the big screen and wants one number. The NOC wall shows 80 service tiles and a timeline. That is not the meter a director reads.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02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02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One dashboard. Two views. Production-graded.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675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1F5F9"/>
                </a:solidFill>
                <a:latin typeface="Helvetica Neue"/>
              </a:rPr>
              <a:t>Pulse polls every vendor, normalizes five states, detects changes, writes audit events, and posts one clean Slack alert per real incident. Two views off the same data: Executive for the conference room, Engineer for the triage desk.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856232"/>
            <a:ext cx="73152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28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Menlo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07568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Poll loop · 5-state normalizer · Slack Block Kit · React UI · dep graph · timeline · SLA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514600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4871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v2 · phase 0-1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34056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Bearer-token admin auth · stamina retries · purgatory circuit breakers · poller_health · unknown-on-blind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172968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1455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v2 · 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92424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Flap suppression · dedup window · tier routing · dependency correlation · maintenance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831336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803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v2 · 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05079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structlog JSON · Prometheus /metrics · Sentry · Healthchecks.io dead-man's switch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4489704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4462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v2 · 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70916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aiosqlite pool · Litestream streaming · daily VACUUM INTO · retention · WAL checkpointing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5148072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5120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v2 · phase 5-6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536752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TanStack-style polling · Executive/Engineer toggle · PWA · a11y · CI · Caddy · Keychain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Helvetica Neue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enlo"/>
              </a:rPr>
              <a:t>SaaS vendors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5778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Helvetica Neue"/>
              </a:rPr>
              <a:t>60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enlo"/>
              </a:rPr>
              <a:t>poll 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778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Helvetica Neue"/>
              </a:rPr>
              <a:t>276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enlo"/>
              </a:rPr>
              <a:t>tests passing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55778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Helvetica Neue"/>
              </a:rPr>
              <a:t>~1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enlo"/>
              </a:rPr>
              <a:t>RPO · Litestream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03 /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03 ·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One panel. Three meters. Read it from the back of the room.</a:t>
            </a:r>
          </a:p>
        </p:txBody>
      </p:sp>
      <p:pic>
        <p:nvPicPr>
          <p:cNvPr id="5" name="Picture 4" descr="exec-maj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339" y="1691640"/>
            <a:ext cx="812901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31339" y="6309360"/>
            <a:ext cx="8129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enlo"/>
              </a:rPr>
              <a:t>Executive view · rendered at 1920x1080 · 2 active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Vendor pages → resilient poll → alert hygiene → dashboard.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494" y="1691640"/>
            <a:ext cx="59167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37494" y="6309360"/>
            <a:ext cx="59167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enlo"/>
              </a:rPr>
              <a:t>Landscape architecture · resilience + alert + observability lanes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05 ·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Vendor APIs misbehave. The poller does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Helvetica Neue"/>
              </a:rPr>
              <a:t>stamina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Helvetica Neue"/>
              </a:rPr>
              <a:t>Exponential backoff with jitter on every outbound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retry budget · 3 attempts with exponential base 0.5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jitter · ±250 ms so we don't synchronise across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timeout · 10 s read · 5 s connect · no blocking 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observability · every retry labeled with vendor + attempt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Helvetica Neue"/>
              </a:rPr>
              <a:t>purgatory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97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Helvetica Neue"/>
              </a:rPr>
              <a:t>Per-host circuit breaker. Blind is not operational.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20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3 consecutive failures · breaker opens for 300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half-open probe · one attempt after TTL before closing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poller_health flips · service renders as unknown, not operational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29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Helvetica Neue"/>
              </a:rPr>
              <a:t>· Slack notification · separate channel from incident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EF4444"/>
                </a:solidFill>
                <a:latin typeface="Helvetica Neue"/>
              </a:rPr>
              <a:t>Rule: if we cannot see the vendor, we do not claim they are up. This is the single dashboard bug you cannot ship with.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06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06 · ALERT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One message per real incident. No one wakes up twice.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Helvetica Neue"/>
              </a:rPr>
              <a:t>Flap suppression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78308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3 consecutive confirming polls before worsening alerts fire. Minimum state duration of 600 s. Recovery requires 2 consecutive operational polls.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775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791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877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Helvetica Neue"/>
              </a:rPr>
              <a:t>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87752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Alert dedup keyed on vendor_incident_id, not message text. One-day window by default. Same incident cannot re-page on every poll.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92424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8386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9242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Helvetica Neue"/>
              </a:rPr>
              <a:t>Tier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392424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Critical vs informational. Tier picks destination channel and Slack priority. Degraded-brownout and major-outage do not share a notification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9709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885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Menl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97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Helvetica Neue"/>
              </a:rPr>
              <a:t>Dependency 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197096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When Okta goes down, we send one aggregated upstream alert instead of cascading alerts for every dependent service. Threshold is configurable.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01768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9320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Menl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0176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Helvetica Neue"/>
              </a:rPr>
              <a:t>Maintenance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001768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First-class DB table. Scheduled vendor windows suppress alerts for the duration. Auto-populated from vendor feeds; manual windows supported.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enlo"/>
              </a:rPr>
              <a:t>Env-tunable: ALERT_CONFIRM_THRESHOLD_POLLS · ALERT_DEDUP_WINDOW_SECONDS · DEPENDENCY_CORRELATION_THRESHOLD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07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07 ·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If the dashboard were down, I would know in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Helvetica Neue"/>
              </a:rPr>
              <a:t>structlog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JSON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011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Every request, poll, and alert carries a correlation id. WatchedFileHandler survives logrotate.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7830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Helvetica Neue"/>
              </a:rPr>
              <a:t>Prometheus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/metrics exposition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200400"/>
            <a:ext cx="2011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Poll latency, breaker state, alert dispatches, SLA percentage per service. Scrapeable by any text-format collector.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830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Helvetica Neue"/>
              </a:rPr>
              <a:t>Sentry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Exception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3200400"/>
            <a:ext cx="2011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Unhandled exceptions reported with release tag. Traces optional. Default sample rate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7830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Helvetica Neue"/>
              </a:rPr>
              <a:t>Healthchecks.io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Dead-man's 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3200400"/>
            <a:ext cx="2011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30-second heartbeat. /healthz returns 503 past 120 s. External observer notices silence even if monitoring itself is dead.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1F5F9"/>
                </a:solidFill>
                <a:latin typeface="Helvetica Neue"/>
              </a:rPr>
              <a:t>Rule: every layer reports independently. The poller, the API, the writer, and the browser all answer the question is this alive?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08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08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Helvetica Neue"/>
              </a:rPr>
              <a:t>Shipped. In tree. Production-graded. Boring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Helvetica Neu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Menlo"/>
              </a:rPr>
              <a:t>production phases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Helvetica Neue"/>
              </a:rPr>
              <a:t>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017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Menlo"/>
              </a:rPr>
              <a:t>tests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Helvetica Neue"/>
              </a:rPr>
              <a:t>~1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Menlo"/>
              </a:rPr>
              <a:t>RPO · Litestream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Helvetica Neue"/>
              </a:rPr>
              <a:t>&lt; 30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Menlo"/>
              </a:rPr>
              <a:t>p50 vendor-status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783080"/>
            <a:ext cx="4572000" cy="4023360"/>
          </a:xfrm>
          <a:prstGeom prst="roundRect">
            <a:avLst>
              <a:gd name="adj" fmla="val 8000"/>
            </a:avLst>
          </a:prstGeom>
          <a:solidFill>
            <a:srgbClr val="151D2E"/>
          </a:solidFill>
          <a:ln w="6350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574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Helvetica Neue"/>
              </a:rPr>
              <a:t>Before → 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enlo"/>
              </a:rP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7889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user reports in 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Helvetica Neue"/>
              </a:rPr>
              <a:t>60 s poll + dedup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355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enlo"/>
              </a:rP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35584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vendor page =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355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355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Helvetica Neue"/>
              </a:rPr>
              <a:t>blind = unknown, not 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9227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enlo"/>
              </a:rPr>
              <a:t>Exec 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92277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80-tile NOC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9227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9227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Helvetica Neue"/>
              </a:rPr>
              <a:t>one panel · three 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44897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enlo"/>
              </a:rPr>
              <a:t>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48970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one per poll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4897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4897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Helvetica Neue"/>
              </a:rPr>
              <a:t>one per real incident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50566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enlo"/>
              </a:rPr>
              <a:t>Backups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0566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none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056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Menlo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0566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Helvetica Neue"/>
              </a:rPr>
              <a:t>~1 s RPO + daily snapshot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Not shipped: LLM summarization, Splunk / JSM / ThousandEyes / Datadog. Deferred on purpose.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09 /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enlo"/>
              </a:rPr>
              <a:t>Pulse · HDI SF Bay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37160" cy="10972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Menlo"/>
              </a:rPr>
              <a:t>09 · PLATFORM ENGINEER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Helvetica Neue"/>
              </a:rPr>
              <a:t>This is what the job looks like</a:t>
            </a:r>
          </a:p>
          <a:p>
            <a:pPr algn="l"/>
            <a:r>
              <a:rPr sz="4000" b="1" i="0">
                <a:solidFill>
                  <a:srgbClr val="F8FAFC"/>
                </a:solidFill>
                <a:latin typeface="Helvetica Neue"/>
              </a:rPr>
              <a:t>from this side of the help-desk.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Helvetica Neue"/>
              </a:rPr>
              <a:t>Pulse is not a side project. It is the shape of the work: listen to vendor signal end-to-end, design resilience gates before you write business logic, refuse to claim green when you are blind, put one meter in the room that a director can read. IT support told me where the pain was. Platform engineering is what I did with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06440"/>
            <a:ext cx="11064240" cy="12700"/>
          </a:xfrm>
          <a:prstGeom prst="rect">
            <a:avLst/>
          </a:prstGeom>
          <a:solidFill>
            <a:srgbClr val="2A3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If you operate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Helvetica Neue"/>
              </a:rPr>
              <a:t>Steal the five alert-hygiene layers.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If you procure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62179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Helvetica Neue"/>
              </a:rPr>
              <a:t>Ask vendors for these five guarantees, not feature lists.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Menlo"/>
              </a:rPr>
              <a:t>If you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2179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Helvetica Neue"/>
              </a:rPr>
              <a:t>Clone it. MIT. github.com/saagpatel/ITServiceHealth.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enl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